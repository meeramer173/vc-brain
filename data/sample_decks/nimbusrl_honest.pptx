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NimbusRL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Open-source RL training &amp; serving infra for AI teams</a:t>
            </a:r>
          </a:p>
          <a:p>
            <a:r>
              <a:t>Sofia Almeida · Founder · github.com/sofia-nimbus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teams can't serve reinforcement-learning models at low latency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Open-source RL infrastructure plus low-latency model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3,300 GitHub stars across our repos</a:t>
            </a:r>
          </a:p>
          <a:p>
            <a:r>
              <a:t>Published research paper</a:t>
            </a:r>
          </a:p>
          <a:p>
            <a:r>
              <a:t>Strong Show HN launch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infrastructure — expanding fast; RL serving is a real need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Sofia Almeida — RL researcher and open-source builder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Raising a $100K first check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