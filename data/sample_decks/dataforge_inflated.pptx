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DataForge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data pipelines that just work</a:t>
            </a:r>
          </a:p>
          <a:p>
            <a:r>
              <a:t>Nova Reeves · Founder · github.com/novareeves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Teams waste weeks building unreliable AI data pipelines</a:t>
            </a:r>
          </a:p>
          <a:p>
            <a:r>
              <a:t>Existing tools break at production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managed, reliable AI data-pipeline toolkit</a:t>
            </a:r>
          </a:p>
          <a:p>
            <a:r>
              <a:t>Drop-in, open-source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12,000 GitHub stars</a:t>
            </a:r>
          </a:p>
          <a:p>
            <a:r>
              <a:t>50,000 active users</a:t>
            </a:r>
          </a:p>
          <a:p>
            <a:r>
              <a:t>$1.2M ARR</a:t>
            </a:r>
          </a:p>
          <a:p>
            <a:r>
              <a:t>20% month-over-month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data infrastructure — $30B TAM</a:t>
            </a:r>
          </a:p>
          <a:p>
            <a:r>
              <a:t>Every AI team needs reliable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Nova Reeves — ex-BigCo data-infra engineer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a $100K first check to scale go-to-market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